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.clinerules in the editor here, not just the slide. The point that surprises them: the rules are plain English in a plain file, and they can edit them. Sixty of you and one of me, so the tool holds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is the program in your editor: it reads your files, applies the edits, runs the commands. It has no intelligence of its own — it is plumbing.</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a service somewhere else that predicts text. It never sees your disk, and you can swap it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the two pieces you are driving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one instruction, many laps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in one sum</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20 instructions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free tier, one Gemini Flash key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250 requests per day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requests per minute</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free allowance. There is no spare.</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Ten per minute also means the agent pauses about six seconds between steps. That is the limit working,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 Streamlit that adds two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sine waves together and plots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frequency spectrum.</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the agent proposes, you approve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gates live in a file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Your agent reads this file before every single request, and obeys it.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it to skip ahead today and it will refuse. That refusal is the file working.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Open it now. It is plain English, and by Session 2 you will be editing it.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output of pages/2_Spectrum_Analyzer.py</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2026-08-30T11:01:29Z</dcterms:created>
  <dcterms:modified xsi:type="dcterms:W3CDTF">2026-08-30T11:01:29Z</dcterms:modified>
</cp:coreProperties>
</file>