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says what we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building. Read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each row with a check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that can be run.”</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drafts; a person reads every line. It is far better at the left column than at the check beside it.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right-hand column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Read it. 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owner, one file per row.”</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Alone that is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pytest -&gt; 7 passed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2026-09-03T08:21:29Z</dcterms:created>
  <dcterms:modified xsi:type="dcterms:W3CDTF">2026-09-03T08:21:29Z</dcterms:modified>
</cp:coreProperties>
</file>