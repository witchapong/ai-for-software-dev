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.clinerules in the editor here, not just the slide. The point that surprises them: the rules are plain English in a plain file, and they can edit them. Sixty of you and one of me, so the tool holds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pic>
        <p:nvPicPr>
          <p:cNvPr id="7" name="Image 0" descr="figures/fig-harness-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is the program in your editor: it reads your files, applies the edits, runs the commands. It has no intelligence of its own — it is plumbing.</a:t>
            </a:r>
            <a:endParaRPr lang="en-US" sz="1600" dirty="0"/>
          </a:p>
        </p:txBody>
      </p:sp>
      <p:sp>
        <p:nvSpPr>
          <p:cNvPr id="9" name="Text 6"/>
          <p:cNvSpPr/>
          <p:nvPr/>
        </p:nvSpPr>
        <p:spPr>
          <a:xfrm>
            <a:off x="7099300" y="2844800"/>
            <a:ext cx="45339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a service somewhere else that predicts text. It never sees your disk, and you can swap it for another in three clicks.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the two pieces you are driving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844800"/>
            <a:ext cx="45339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one instruction, many laps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in one sum</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20 instructions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free tier, one Gemini Flash key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250 requests per day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requests per minute</a:t>
            </a:r>
            <a:endParaRPr lang="en-US" sz="1400" dirty="0"/>
          </a:p>
        </p:txBody>
      </p:sp>
      <p:sp>
        <p:nvSpPr>
          <p:cNvPr id="9" name="Text 7"/>
          <p:cNvSpPr/>
          <p:nvPr/>
        </p:nvSpPr>
        <p:spPr>
          <a:xfrm>
            <a:off x="7431430" y="151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free allowance. There is no spare.</a:t>
            </a:r>
            <a:endParaRPr lang="en-US" sz="1600" dirty="0"/>
          </a:p>
        </p:txBody>
      </p:sp>
      <p:sp>
        <p:nvSpPr>
          <p:cNvPr id="10" name="Text 8"/>
          <p:cNvSpPr/>
          <p:nvPr/>
        </p:nvSpPr>
        <p:spPr>
          <a:xfrm>
            <a:off x="7431430" y="278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Ten per minute also means the agent pauses about six seconds between steps. That is the limit working, not a fault.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 Streamlit that adds two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sine waves together and plots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frequency spectrum.</a:t>
            </a:r>
            <a:endParaRPr lang="en-US" sz="1400" dirty="0"/>
          </a:p>
        </p:txBody>
      </p:sp>
      <p:sp>
        <p:nvSpPr>
          <p:cNvPr id="9" name="Text 7"/>
          <p:cNvSpPr/>
          <p:nvPr/>
        </p:nvSpPr>
        <p:spPr>
          <a:xfrm>
            <a:off x="7431430" y="151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Accept whatever it gives you. Do not plan, do not correct it, do not write anything down first.</a:t>
            </a:r>
            <a:endParaRPr lang="en-US" sz="1600" dirty="0"/>
          </a:p>
        </p:txBody>
      </p:sp>
      <p:sp>
        <p:nvSpPr>
          <p:cNvPr id="10" name="Text 8"/>
          <p:cNvSpPr/>
          <p:nvPr/>
        </p:nvSpPr>
        <p:spPr>
          <a:xfrm>
            <a:off x="7431430" y="278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844800"/>
            <a:ext cx="45339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the agent proposes, you approve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gates live in a file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Before any code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exists,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must list numbered requirements,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each with an acceptance criterion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that can be checked by running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something. Draft it, then STOP</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and ask for approval.</a:t>
            </a:r>
            <a:endParaRPr lang="en-US" sz="1400" dirty="0"/>
          </a:p>
        </p:txBody>
      </p:sp>
      <p:sp>
        <p:nvSpPr>
          <p:cNvPr id="9" name="Text 7"/>
          <p:cNvSpPr/>
          <p:nvPr/>
        </p:nvSpPr>
        <p:spPr>
          <a:xfrm>
            <a:off x="7431430" y="151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Your agent reads this file before every single request, and obeys it.</a:t>
            </a:r>
            <a:endParaRPr lang="en-US" sz="1600" dirty="0"/>
          </a:p>
        </p:txBody>
      </p:sp>
      <p:sp>
        <p:nvSpPr>
          <p:cNvPr id="10" name="Text 8"/>
          <p:cNvSpPr/>
          <p:nvPr/>
        </p:nvSpPr>
        <p:spPr>
          <a:xfrm>
            <a:off x="7431430" y="278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Ask it to skip ahead today and it will refuse. That refusal is the file working.</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Open it now. It is plain English, and by Session 2 you will be editing it.</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pic>
        <p:nvPicPr>
          <p:cNvPr id="7" name="Image 0" descr="figures/fig-spectrum.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9" name="Text 6"/>
          <p:cNvSpPr/>
          <p:nvPr/>
        </p:nvSpPr>
        <p:spPr>
          <a:xfrm>
            <a:off x="7099300" y="2844800"/>
            <a:ext cx="45339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output of pages/2_Spectrum_Analyzer.py</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78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81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81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next session · teams of four · bring a project idea</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23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2026-08-26T16:12:46Z</dcterms:created>
  <dcterms:modified xsi:type="dcterms:W3CDTF">2026-08-26T16:12:46Z</dcterms:modified>
</cp:coreProperties>
</file>