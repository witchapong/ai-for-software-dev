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last line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 — CLINE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program running inside your editor. It reads your files, decides what to send, applies the edits, and runs the commands.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has no intelligence of its own. It is plumbing, and plumbing is where a surprising number of failures live.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 — GEMINI, MISTRAL</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service somewhere else that receives text and predicts what text should come next. It never sees your disk.</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 swap it for another in three clicks. You will do exactly that when a free allowance runs out.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Read.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harness opens the files it thinks are relevant and puts their contents into the message.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Plan and edit.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model replies with a change to make, and the harness writes it to disk.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Run and observe.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harness runs your tests, reads the output, and sends the result back.</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Then it goes round again. One sentence from you becomes four to ten trips through this loop.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Gemini 2.5 Flash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write one paragraph: who it is for, what problem it solves, what finished looks like.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Spec.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agent drafts requirements. Each needs a criterion you can check by running something.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Plan.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agent proposes files and a task list. One task owns one file, and no file has two owners.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Build.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task at a time. Tests run, you read the diff, and only then does the next task start.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2026-08-20T14:58:51Z</dcterms:created>
  <dcterms:modified xsi:type="dcterms:W3CDTF">2026-08-20T14:58:51Z</dcterms:modified>
</cp:coreProperties>
</file>