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Walk the room on this one specifically. The model names in Cline are Cline's own list and will not match the names in .env, which confuses people who are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out of the warm-up and into the gates, and it is the strongest thing in the deck because it is not an argument, it is a measurement. Ask the room how many of them checked the spike height before this slide appeared. Then say the sentence the whole session rests on: the gates did not make the agent correct, they made it wrong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on the projector, and re-ask the Round 1 question so they watch the same agent refuse it. That before-and-after is the argument of the whole session, and it costs thirty seconds.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tests/test_spectrum.py and read the seven test NAMES aloud - seven plain English sentences, and they are the customer's requirements. Then open .clinerules, so the file is already familiar when Round 2 swaps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it is a separate extension, with its own settings and its own copy of the key.</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Point it at a provider yourself.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Cline icon in the sidebar, choose Google Gemini, paste the key, pick any current Flash model.</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Add Mistral as a second provider.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Model devstral-medium-latest. Two providers is a dropdown change instead of a dead stop.</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Type “hello” into Cline before we begin. Passing setup tells you nothing about whether your agent can talk to anything.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measured in the dry run, 1 September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you write yourself, in your own words: who it is for, what problem it solves, what done looks like, and what is deliberately left out.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these; you read every line and fix what is wrong. It is far better at the requirement than at the check beside 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and a task list, and every task names the ONE file it is allowed to touch. Working alone today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document. One task: the agent edits a single file, you run the tests, you read the diff, you commit.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2026-09-02T14:10:45Z</dcterms:created>
  <dcterms:modified xsi:type="dcterms:W3CDTF">2026-09-02T14:10:45Z</dcterms:modified>
</cp:coreProperties>
</file>