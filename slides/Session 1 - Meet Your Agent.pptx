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 with the wrong option already selected for them. Do this one on the projector rather than describing it, because the free option is the big attractive button and taking it leaves their key unused with no error to tell them. Cline's model list is its own: it uses dated names and has no latest, so anything you read elsewhere will not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out of the warm-up and into the gates. Do NOT claim everyone got this - across four runs of Round 1 while building this lab, one read 0.5 for a 1.0 tone, one crashed before drawing a spectrum at all, and one was simply correct. Poll the room for those three outcomes by show of hands; you will get all three, and the spread is the point. Then land it: not one of you could tell which you had, and the ones who were right were right by luck. The gates did not make the agent correct - they made it wrong out loud. If a student says theirs worked, agree, and ask how they would have known if it had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the gates being magic. A gate is not a feature of Cline - it is a paragraph of English you paste, plus a rules file that makes refusing possible. Read the last three sentences aloud and say where each came from: an agent that asked permission and sat waiting, and an agent that printed a beautiful table in the chat and wrote no file at all. Both cost us a scored run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and re-ask the Round 1 question so they watch the same agent refuse it. Budget two minutes, not thirty seconds: it is a real free-tier call and it can rate-limit on the projector, so have a screenshot of the refusal ready as a fallback. Commit the file in front of them - without the commit the next checkout silently restores the ungated version, which is the confusing failure LAB1 warns about.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.clinerules and read a rule or two aloud, so the file is familiar before Round 2 swaps it. Do NOT open tests/ here, however tempting - the seven test names give away what Round 1 exists to let them discover. They meet the tests at Gate 2, on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exactly the right place and every height wrong looks entirely convincing. Get the direction right if they ask: drop the 1/N and a unit tone reads N/2 - five hundred times too TALL at these settings, not too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is tight and it depends on someone else's servers, so say the fallback BEFORE they start rather than after it goes wrong. Two things break most often: they forgot to push, so the cloud builds an empty repo; and they point it at the wrong main file. Neither is worth your time individually - put both on the board. Nothing in Lab 1 needs an API key, so the deploy is genuinely simple today. It stops being simple in Session 3, when the app starts calling a model and .env is not in the repository - that is what Streamlit's Secrets box is for, and LAB2 says so at the point it starts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separate program, separate settings, its own copy of the key.</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opens on a screen nobody expects.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“How will you use Cline?”, with Absolutely Free already ticked. Do not take it — choose Bring my own API key, or your key is never used.</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provider, then model.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Mistral or Gemini, paste the key. Model names carry a date — devstral-2512, not devstral-latest. Prefer a devstral if you see one.</a:t>
            </a:r>
            <a:endParaRPr lang="en-US" sz="1700" dirty="0"/>
          </a:p>
        </p:txBody>
      </p:sp>
      <p:sp>
        <p:nvSpPr>
          <p:cNvPr id="13" name="Text 11"/>
          <p:cNvSpPr/>
          <p:nvPr/>
        </p:nvSpPr>
        <p:spPr>
          <a:xfrm>
            <a:off x="558800" y="477774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77774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 the model name after any reload: Cline can reset itself, sometimes to a paid one. A price per million tokens beside it means change it back.</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First run Step 1 in labs/LAB1.md — one command, and it is what lets you compare the two rounds at the end. Then paste this and accept whatever it gives you: do not plan, do not correct it.</a:t>
            </a:r>
            <a:endParaRPr lang="en-US" sz="1600" dirty="0"/>
          </a:p>
        </p:txBody>
      </p:sp>
      <p:sp>
        <p:nvSpPr>
          <p:cNvPr id="10" name="Text 8"/>
          <p:cNvSpPr/>
          <p:nvPr/>
        </p:nvSpPr>
        <p:spPr>
          <a:xfrm>
            <a:off x="7431430" y="353314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one measured run, 1 September 2026. Yours will differ.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actually type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Those tests are the acceptance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criteria. aidlc/intent.md says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we are building.</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Use your file-writing tool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aidlc/requirements.md ...</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the file now. Do not 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permission first. Do not print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table in your reply instead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of writing 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All four gate prompts are in labs/PROMPTS.md. Copy them exactly today; improvise next week, once you have seen what a good one looks like.</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sentence in that last paragraph fixes a failure we watched happen: it asked permission and stopped, or it printed the table in the chat and called that done.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Name the tool. Say where the output goes. Then forbid the near-miss.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student who has just met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 Fourier transform.</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 set two sine waves going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and see a chart with exactly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those two frequencies, at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amplitudes I chose.</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gate with no prompt to paste — you write it yourself, in your own words: who it is for, what problem it solves, what done looks like, and what is deliberately left out.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will not start without it. A vague intent does not produce a vague app — it produces a confident, wrong 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The question that saves you is the one about scope: what is deliberately NOT included.</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3. Report the correct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tone entered at 1.0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reads back as 1.0, +/- 0.001</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5. Handle a constant offset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check: a DC offset of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appears at 0 Hz as 2.0,</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 4.0</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Paste the Gate 2 prompt from labs/PROMPTS.md. The agent drafts these; you read every line and fix what is wrong — it is far better at the requirement than at the check beside it.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requirement carries something you can run. A requirement you cannot check by running something is not a requirement yet.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Reply “approved” only when every check on the slide could actually fail.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1. The maths: build a 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take its spectrum, find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strongest frequency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core/spectrum.py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2. The screen: two tones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two charts out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pages/2_Spectrum_...py</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Paste the Gate 3 prompt from labs/PROMPTS.md. Design and a task list, and every task names the ONE file it is allowed to touch. Working alone today that looks like bookkeeping.</a:t>
            </a:r>
            <a:endParaRPr lang="en-US" sz="1600" dirty="0"/>
          </a:p>
        </p:txBody>
      </p:sp>
      <p:sp>
        <p:nvSpPr>
          <p:cNvPr id="10" name="Text 8"/>
          <p:cNvSpPr/>
          <p:nvPr/>
        </p:nvSpPr>
        <p:spPr>
          <a:xfrm>
            <a:off x="7431430" y="353314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In Session 2 it is the whole trick: four people build at once and never touch the same file, so nothing has to be merged and nobody needs to learn branching to collaborate.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failed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agent edits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 read the diff</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pytest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7 passed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-A &amp;&amp; git commit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prompts in labs/PROMPTS.md, one per task. The only gate with no document of its own: the agent edits a single file, you run the tests, you read the diff, you commit.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Never let it run three tasks at once. When something breaks you want one small change in front of you, not three.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.clinerules &amp;&amp; git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 "turn the gates on"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then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rules load when a task begins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Draft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requirements, then STOP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Ship it — ten minutes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push</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share.streamlit.io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Continue to sign-in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authorise GitHub  (first time)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app -&gt; from existing repo</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repo    your-repo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branch  main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file    app.py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Deploy</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Push first. Your Codespace is not the internet — the cloud builds from GitHub, so anything you have not pushed does not exist as far as it is concerned.</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first deploy makes you a Streamlit account and asks for access to your repositories. Builds take two to five minutes, and sixty of us are building at once.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 live by 2:45? Push, and deploy at home. The code and the four documents are the deliverable; the URL is a bonus.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36</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37</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next session · teams of four · bring a project idea</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38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2026-09-03T06:38:49Z</dcterms:created>
  <dcterms:modified xsi:type="dcterms:W3CDTF">2026-09-03T06:38:49Z</dcterms:modified>
</cp:coreProperties>
</file>