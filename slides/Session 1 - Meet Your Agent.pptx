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out of the warm-up and into the gates, and it is the strongest thing in the deck because it is not an argument, it is a measurement. Ask the room how many of them checked the spike height before this slide appeared. Then say the sentence the whole session rests on: the gates did not make the agent correct, they made it wrong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3"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measured in the dry run, 1 September 2026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student who has just met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Fourier transform.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 set two sine waves going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see a chart with exactly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those two frequencies, at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amplitudes I chose.</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prompt to paste — you write it yourself, in your own words: who it is for, what problem it solves, what done looks like, and what is deliberately left out.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will not start without it. A vague intent does not produce a vague app — it produces a confident, wrong 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one about scope: what is deliberately NOT included.</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3. Report the correct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tone entered at 1.0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reads back as 1.0, +/- 0.001</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5. Handle a constant offset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DC offset of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appears at 0 Hz as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 4.0</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Paste the Gate 2 prompt from labs/PROMPTS.md. The agent drafts these; you read every line and fix what is wrong — it is far better at the requirement than at the check beside it.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carries something you can run. A requirement you cannot check by running something is not a requirement yet.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Reply “approved” only when every check on the slide could actually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1. The maths: build a 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take its spectrum, find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strongest frequency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core/spectrum.py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2. The screen: two tones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charts out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pages/2_Spectrum_...py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Paste the Gate 3 prompt. Design and a task list, and every task names the ONE file it is allowed to touch. Working alone today that looks like bookkeeping.</a:t>
            </a:r>
            <a:endParaRPr lang="en-US" sz="1600" dirty="0"/>
          </a:p>
        </p:txBody>
      </p:sp>
      <p:sp>
        <p:nvSpPr>
          <p:cNvPr id="10" name="Text 8"/>
          <p:cNvSpPr/>
          <p:nvPr/>
        </p:nvSpPr>
        <p:spPr>
          <a:xfrm>
            <a:off x="7431430" y="32385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In Session 2 it is the whole trick: four people build at once and never touch the same file, so nothing has to be merged and nobody needs to learn branching to collaborate.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failed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agent edits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read the diff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passed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-A &amp;&amp; git commit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prompts, one per task. The only gate with no document: the agent edits a single file, you run the tests, you read the diff, you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Never let it run three tasks at once. When something breaks you want one small change in front of you, not three.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2026-09-03T04:47:23Z</dcterms:created>
  <dcterms:modified xsi:type="dcterms:W3CDTF">2026-09-03T04:47:23Z</dcterms:modified>
</cp:coreProperties>
</file>