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on the projector, and re-ask the Round 1 question so they watch the same agent refuse it. That before-and-after is the argument of the whole session, and it costs thirty seconds.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the right place, five hundred times too short, looks entirely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Sign up at github.com — use your university email if you do not have one yet.</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template as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click from the repository page. It builds a Linux machine in your browser; nothing installs on this PC.</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Gemini API key.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aistudio.google.com/apikey. Paste it into .env, save, and never commit it.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names whichever of the four checks is not right yet. Do not move on until all four are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four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 - you are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ready for the session.</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Four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in one sum</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20 instructions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free tier, one Gemini Flash key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250 requests per day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requests per minute</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free allowance. There is no spare.</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Ten per minute also means the agent pauses about six seconds between steps. That is the limit working,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18</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the agent proposes, you approve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you write yourself, in your own words: who it is for, what problem it solves, what done looks like, and what is deliberately left out.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agent drafts these; you read every line and fix what is wrong. It is far better at the requirement than at the check beside 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Design and a task list, and every task names the ONE file it is allowed to touch. Working alone today that looks like bookkeeping.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there is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document. One task: the agent edits a single file, you run the tests, you read the diff, you commit.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output of pages/2_Spectrum_Analyzer.py</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2026-09-01T14:20:35Z</dcterms:created>
  <dcterms:modified xsi:type="dcterms:W3CDTF">2026-09-01T14:20:35Z</dcterms:modified>
</cp:coreProperties>
</file>