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.clinerules in the editor here, not just the slide. The point that surprises them: the rules are plain English in a plain file, and they can edit them. Sixty of you and one of me, so the tool holds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the right place, five hundred times too short, looks entirely convincing.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Sign up at github.com — use your university email if you do not have one yet.</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template as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click from the repository page. It builds a Linux machine in your browser; nothing installs on this PC.</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Gemini API key.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aistudio.google.com/apikey. Paste it into .env, save, and never commit it.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It names whichever of the four checks is not right yet. Do not move on until all four are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four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 - you are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ready for the session.</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Four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06</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11</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in one sum</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20 instructions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free tier, one Gemini Flash key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250 requests per day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requests per minute</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free allowance. There is no spare.</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Ten per minute also means the agent pauses about six seconds between steps. That is the limit working, not a fault.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Accept whatever it gives you. Do not plan, do not correct it, do not write anything down first.</a:t>
            </a:r>
            <a:endParaRPr lang="en-US" sz="1600" dirty="0"/>
          </a:p>
        </p:txBody>
      </p:sp>
      <p:sp>
        <p:nvSpPr>
          <p:cNvPr id="10" name="Text 8"/>
          <p:cNvSpPr/>
          <p:nvPr/>
        </p:nvSpPr>
        <p:spPr>
          <a:xfrm>
            <a:off x="7431430" y="264922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18</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the agent proposes, you approve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student who has just met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Fourier transform.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 set two sine waves going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see a chart with exactly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those two frequencies, at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amplitudes I chose.</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you write yourself, in your own words: who it is for, what problem it solves, what done looks like, and what is deliberately left out.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will not start without it. A vague intent does not produce a vague app — it produces a confident, wrong 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one about scope: what is deliberately NOT included.</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3. Report the correct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tone entered at 1.0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reads back as 1.0, +/- 0.001</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5. Handle a constant offset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DC offset of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appears at 0 Hz as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 4.0</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agent drafts these; you read every line and fix what is wrong. It is far better at the requirement than at the check beside it.</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carries something you can run. A requirement you cannot check by running something is not a requirement yet.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Reply “approved” only when every check on the slide could actually fail.</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1. The maths: build a 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take its spectrum, find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strongest frequency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core/spectrum.py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2. The screen: two tones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two charts out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pages/2_Spectrum_...py</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Design and a task list, and every task names the ONE file it is allowed to touch. Working alone today that looks like bookkeeping.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In Session 2 it is the whole trick: four people build at once and never touch the same file, so there is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failed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agent edits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read the diff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passed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-A &amp;&amp; git commit</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document. One task: the agent edits a single file, you run the tests, you read the diff, you commit.</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Never let it run three tasks at once. When something breaks you want one small change in front of you, not three.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gates live in a file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Before any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exists,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must list numbered requirements,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each with an acceptance criterion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that can be checked by running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something. Draft it, then STOP</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and ask for approval.</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Your agent reads this file before every single request, and obeys it.</a:t>
            </a:r>
            <a:endParaRPr lang="en-US" sz="1600" dirty="0"/>
          </a:p>
        </p:txBody>
      </p:sp>
      <p:sp>
        <p:nvSpPr>
          <p:cNvPr id="10" name="Text 8"/>
          <p:cNvSpPr/>
          <p:nvPr/>
        </p:nvSpPr>
        <p:spPr>
          <a:xfrm>
            <a:off x="7431430" y="264922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Ask it to skip ahead today and it will refuse. That refusal is the file working.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Open it now. It is plain English, and by Session 2 you will be editing it.</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output of pages/2_Spectrum_Analyzer.py</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29</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2026-09-01T14:04:11Z</dcterms:created>
  <dcterms:modified xsi:type="dcterms:W3CDTF">2026-09-01T14:04:11Z</dcterms:modified>
</cp:coreProperties>
</file>