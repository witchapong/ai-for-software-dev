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last line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.clinerules in the editor here, not just the slide. The point that surprises them: the rules are plain English in a plain file, and they can edit them. Sixty of you and one of me, so the tool holds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 — CLINE</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program running inside your editor. It reads your files, decides what to send, applies the edits, and runs the commands.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has no intelligence of its own. It is plumbing, and plumbing is where a surprising number of failures live.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 — GEMINI, MISTRAL</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service somewhere else that receives text and predicts what text should come next. It never sees your disk.</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 swap it for another in three clicks. You will do exactly that when a free allowance runs out.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Read.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harness opens the files it thinks are relevant and puts their contents into the message.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Plan and edit.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model replies with a change to make, and the harness writes it to disk.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Run and observe.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harness runs your tests, reads the output, and sends the result back.</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Then it goes round again. One sentence from you becomes four to ten trips through this loop.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in one sum</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20 instructions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free tier, Gemini 2.5 Flash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250 requests per day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requests per minute</a:t>
            </a:r>
            <a:endParaRPr lang="en-US" sz="1400" dirty="0"/>
          </a:p>
        </p:txBody>
      </p:sp>
      <p:sp>
        <p:nvSpPr>
          <p:cNvPr id="9" name="Text 7"/>
          <p:cNvSpPr/>
          <p:nvPr/>
        </p:nvSpPr>
        <p:spPr>
          <a:xfrm>
            <a:off x="7431430" y="151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free allowance. There is no spare.</a:t>
            </a:r>
            <a:endParaRPr lang="en-US" sz="1600" dirty="0"/>
          </a:p>
        </p:txBody>
      </p:sp>
      <p:sp>
        <p:nvSpPr>
          <p:cNvPr id="10" name="Text 8"/>
          <p:cNvSpPr/>
          <p:nvPr/>
        </p:nvSpPr>
        <p:spPr>
          <a:xfrm>
            <a:off x="7431430" y="278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Ten per minute also means the agent pauses about six seconds between steps. That is the limit working, not a fault.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 Streamlit that adds two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sine waves together and plots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frequency spectrum.</a:t>
            </a:r>
            <a:endParaRPr lang="en-US" sz="1400" dirty="0"/>
          </a:p>
        </p:txBody>
      </p:sp>
      <p:sp>
        <p:nvSpPr>
          <p:cNvPr id="9" name="Text 7"/>
          <p:cNvSpPr/>
          <p:nvPr/>
        </p:nvSpPr>
        <p:spPr>
          <a:xfrm>
            <a:off x="7431430" y="151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Accept whatever it gives you. Do not plan, do not correct it, do not write anything down first.</a:t>
            </a:r>
            <a:endParaRPr lang="en-US" sz="1600" dirty="0"/>
          </a:p>
        </p:txBody>
      </p:sp>
      <p:sp>
        <p:nvSpPr>
          <p:cNvPr id="10" name="Text 8"/>
          <p:cNvSpPr/>
          <p:nvPr/>
        </p:nvSpPr>
        <p:spPr>
          <a:xfrm>
            <a:off x="7431430" y="278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You write one paragraph: who it is for, what problem it solves, what finished looks like.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Spec.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agent drafts requirements. Each needs a criterion you can check by running something.</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Plan.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agent proposes files and a task list. One task owns one file, and no file has two owners.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Build.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task at a time. Tests run, you read the diff, and only then does the next task start.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gates live in a file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Before any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exists,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must list numbered requirements,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each with an acceptance criterion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that can be checked by running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something. Draft it, then STOP</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and ask for approval.</a:t>
            </a:r>
            <a:endParaRPr lang="en-US" sz="1400" dirty="0"/>
          </a:p>
        </p:txBody>
      </p:sp>
      <p:sp>
        <p:nvSpPr>
          <p:cNvPr id="9" name="Text 7"/>
          <p:cNvSpPr/>
          <p:nvPr/>
        </p:nvSpPr>
        <p:spPr>
          <a:xfrm>
            <a:off x="7431430" y="151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Your agent reads this file before every single request, and obeys it.</a:t>
            </a:r>
            <a:endParaRPr lang="en-US" sz="1600" dirty="0"/>
          </a:p>
        </p:txBody>
      </p:sp>
      <p:sp>
        <p:nvSpPr>
          <p:cNvPr id="10" name="Text 8"/>
          <p:cNvSpPr/>
          <p:nvPr/>
        </p:nvSpPr>
        <p:spPr>
          <a:xfrm>
            <a:off x="7431430" y="278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Ask it to skip ahead today and it will refuse. That refusal is the file working.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Open it now. It is plain English, and by Session 2 you will be editing it.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781300"/>
            <a:ext cx="420177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81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81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22</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2026-08-20T15:25:50Z</dcterms:created>
  <dcterms:modified xsi:type="dcterms:W3CDTF">2026-08-20T15:25:50Z</dcterms:modified>
</cp:coreProperties>
</file>